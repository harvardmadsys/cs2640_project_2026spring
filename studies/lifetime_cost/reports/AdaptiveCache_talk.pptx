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ADAPTIVECACHE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Compacting an AI agent's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working memory: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12 ways to drop old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6077C7"/>
                </a:solidFill>
                <a:latin typeface="Calibri"/>
              </a:rPr>
              <a:t>What we learned from running 12 strategies on real coding and customer-service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7C7"/>
                </a:solidFill>
                <a:latin typeface="Calibri"/>
              </a:rPr>
              <a:t>Vlad Cainamisir  ·  Harvard  ·  AdaptiveCache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WHAT WE 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Six months of compaction experiments, in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3172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39" y="33375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agent trajectories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233172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2316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compaction strategies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33172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15K+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375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agent steps recorded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20624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79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9" y="5212079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benchmarks · SWE-bench Lite, τ-bench, long-doc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420624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297679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500M+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212079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input tokens (cached + uncached)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206240"/>
            <a:ext cx="3383280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97679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E69F00"/>
                </a:solidFill>
                <a:latin typeface="Calibri"/>
              </a:rPr>
              <a:t>25+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12079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077C7"/>
                </a:solidFill>
                <a:latin typeface="Calibri"/>
              </a:rPr>
              <a:t>experimental phases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077C7"/>
                </a:solidFill>
                <a:latin typeface="Calibri"/>
              </a:rPr>
              <a:t>Compute  ·  Anthropic Claude Haiku 4.5 (API)  ·  Qwen3-30B-A3B on Blackwell + SEAS cluster + 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077C7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077C7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3A8A"/>
                </a:solidFill>
                <a:latin typeface="Calibri"/>
              </a:rPr>
              <a:t>The problem: agent memory grows step by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Each tool call (read file, run test, search) adds 100s–1000s of tokens. Eventually we hit the model's limit.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Drop old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Pick which past tool outputs to evict from the running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Leave a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Replace the dropped content with a short marker the agent can still see.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 for the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rewrite invalidates the prefix cache → input bills uncached at 10×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255C"/>
                </a:solidFill>
                <a:latin typeface="Calibri"/>
              </a:rPr>
              <a:t>We tested 12 ways of doing steps 1 + 2. The cost of step 3 decides whether they win.</a:t>
            </a:r>
          </a:p>
        </p:txBody>
      </p:sp>
      <p:pic>
        <p:nvPicPr>
          <p:cNvPr id="22" name="Picture 21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12" y="5212080"/>
            <a:ext cx="2456726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12 strategies, grouped by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Six families. They differ on what signal they use to decide which observations to compact.</a:t>
            </a:r>
          </a:p>
        </p:txBody>
      </p:sp>
      <p:pic>
        <p:nvPicPr>
          <p:cNvPr id="5" name="Picture 4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8" y="1417320"/>
            <a:ext cx="884421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Pareto-dominates on N=10 SWE-bench Lite (Haiku 4.5)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84+ trajectories  ·  20 phases</a:t>
            </a:r>
          </a:p>
        </p:txBody>
      </p:sp>
      <p:pic>
        <p:nvPicPr>
          <p:cNvPr id="10" name="Picture 9" descr="method_01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9595"/>
            <a:ext cx="11091672" cy="37760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naive_summary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Always loses on cost — every fire writes uncached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tested on τ-bench airline + SWE-bench Lite</a:t>
            </a:r>
          </a:p>
        </p:txBody>
      </p:sp>
      <p:pic>
        <p:nvPicPr>
          <p:cNvPr id="10" name="Picture 9" descr="method_02_na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microcompact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Rarely fires — needs an outlier-large 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10 trajectories  ·  Phase B + C</a:t>
            </a:r>
          </a:p>
        </p:txBody>
      </p:sp>
      <p:pic>
        <p:nvPicPr>
          <p:cNvPr id="10" name="Picture 9" descr="method_03_micro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prefix_preserving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Stable cliff cost; loses ~30% on cost vs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28 trajectories  ·  7 phases</a:t>
            </a:r>
          </a:p>
        </p:txBody>
      </p:sp>
      <p:pic>
        <p:nvPicPr>
          <p:cNvPr id="10" name="Picture 9" descr="method_04_prefix_pre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position_aware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Proto-AdaptiveCache layout; no cost win at our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12 trajectories  ·  Phase A + C</a:t>
            </a:r>
          </a:p>
        </p:txBody>
      </p:sp>
      <p:pic>
        <p:nvPicPr>
          <p:cNvPr id="10" name="Picture 9" descr="method_05_position_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9028"/>
            <a:ext cx="11091672" cy="3697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evict_oldest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 baseline — drops irreplaceable old context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6 trajectories  ·  Phase C</a:t>
            </a:r>
          </a:p>
        </p:txBody>
      </p:sp>
      <p:pic>
        <p:nvPicPr>
          <p:cNvPr id="10" name="Picture 9" descr="method_06_evict_ol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smart_evict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on weak Qwen3 — prevents catastrophic OOC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59 trajectories  ·  14 phases</a:t>
            </a:r>
          </a:p>
        </p:txBody>
      </p:sp>
      <p:pic>
        <p:nvPicPr>
          <p:cNvPr id="10" name="Picture 9" descr="method_07_smart_ev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5540"/>
            <a:ext cx="11091672" cy="42841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score_periodic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 scorer overhead exceeds bytes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limited tests  ·  Phase C v8</a:t>
            </a:r>
          </a:p>
        </p:txBody>
      </p:sp>
      <p:pic>
        <p:nvPicPr>
          <p:cNvPr id="10" name="Picture 9" descr="method_08_score_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llm_reorganizer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Reorder + score — same overhead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30 trajectories  ·  9 phases</a:t>
            </a:r>
          </a:p>
        </p:txBody>
      </p:sp>
      <p:pic>
        <p:nvPicPr>
          <p:cNvPr id="10" name="Picture 9" descr="method_09_llm_re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pytest-7490 in 4 edits  ·  ties on retail chain (5/10)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D 2× + Phase E (10 customers)</a:t>
            </a:r>
          </a:p>
        </p:txBody>
      </p:sp>
      <p:pic>
        <p:nvPicPr>
          <p:cNvPr id="10" name="Picture 9" descr="method_10_consumption_evict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3454"/>
            <a:ext cx="11091672" cy="3728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LOSES pytest-7490 — 18 edits, 0/2 success (mechanism finding)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Phase D 2×</a:t>
            </a:r>
          </a:p>
        </p:txBody>
      </p:sp>
      <p:pic>
        <p:nvPicPr>
          <p:cNvPr id="10" name="Picture 9" descr="method_11_consumption_evict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3302"/>
            <a:ext cx="11091672" cy="40086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Ties plain on retail chain (5/10) — cleanest design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E (10 customers)</a:t>
            </a:r>
          </a:p>
        </p:txBody>
      </p:sp>
      <p:pic>
        <p:nvPicPr>
          <p:cNvPr id="10" name="Picture 9" descr="method_12_consumption_evict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you leave behind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matters more than what you remove.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077C7"/>
                </a:solidFill>
                <a:latin typeface="Calibri"/>
              </a:rPr>
              <a:t>1.  On strong agents, no compaction beats every heuristic — the cliff tax dominates.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077C7"/>
                </a:solidFill>
                <a:latin typeface="Calibri"/>
              </a:rPr>
              <a:t>2.  Drop-with-hole (no rewrite) is the only family that avoids the 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077C7"/>
                </a:solidFill>
                <a:latin typeface="Calibri"/>
              </a:rPr>
              <a:t>3.  Placeholder design dominates: minimal markers win, summaries anchor.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077C7"/>
                </a:solidFill>
                <a:latin typeface="Calibri"/>
              </a:rPr>
              <a:t>4.  Compaction wins on weak agents (Qwen3) — preventing context overflow.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7C7"/>
                </a:solidFill>
                <a:latin typeface="Calibri"/>
              </a:rPr>
              <a:t>Thank you.   ·   github.com/vladcainamisir/adaptivecache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077C7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077C7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