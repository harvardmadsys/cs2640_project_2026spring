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69F00"/>
                </a:solidFill>
                <a:latin typeface="Calibri"/>
              </a:rPr>
              <a:t>ADAPTIVECACHE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When less is more —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 memory experiment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in AI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6077C7"/>
                </a:solidFill>
                <a:latin typeface="Calibri"/>
              </a:rPr>
              <a:t>I gave four AI agents the same bug to fix.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49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6077C7"/>
                </a:solidFill>
                <a:latin typeface="Calibri"/>
              </a:rPr>
              <a:t>The one that succeeded was the one I told the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077C7"/>
                </a:solidFill>
                <a:latin typeface="Calibri"/>
              </a:rPr>
              <a:t>Vlad Cainamisir  ·  Harvard  ·  AdaptiveCache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3A8A"/>
                </a:solidFill>
                <a:latin typeface="Calibri"/>
              </a:rPr>
              <a:t>An AI agent's memory fills up — what should we leave behind?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Compaction = drop old observations and leave a placeholder. The question is: what should the placeholder say?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5029200" cy="3108960"/>
          </a:xfrm>
          <a:prstGeom prst="rect">
            <a:avLst/>
          </a:prstGeom>
          <a:solidFill>
            <a:srgbClr val="FFF4C8"/>
          </a:solidFill>
          <a:ln w="9525">
            <a:solidFill>
              <a:srgbClr val="CCB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PLAIN POST-IT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  <a:latin typeface="Consolas"/>
              </a:rPr>
              <a:t>[I read this file]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Just a marker. The agent has to re-read the file if it needs the content again.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2011680"/>
            <a:ext cx="5029200" cy="3108960"/>
          </a:xfrm>
          <a:prstGeom prst="rect">
            <a:avLst/>
          </a:prstGeom>
          <a:solidFill>
            <a:srgbClr val="FFF4C8"/>
          </a:solidFill>
          <a:ln w="9525">
            <a:solidFill>
              <a:srgbClr val="CCB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19456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DETAILED POST-IT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606040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onsolas"/>
              </a:rPr>
              <a:t>[I read this file. It contained:</a:t>
            </a:r>
          </a:p>
          <a:p>
            <a:pPr algn="ctr"/>
            <a:r>
              <a:rPr sz="1400" b="1" i="0">
                <a:solidFill>
                  <a:srgbClr val="1F2937"/>
                </a:solidFill>
                <a:latin typeface="Consolas"/>
              </a:rPr>
              <a:t> setup, configure, runtest,</a:t>
            </a:r>
          </a:p>
          <a:p>
            <a:pPr algn="ctr"/>
            <a:r>
              <a:rPr sz="1400" b="1" i="0">
                <a:solidFill>
                  <a:srgbClr val="1F2937"/>
                </a:solidFill>
                <a:latin typeface="Consolas"/>
              </a:rPr>
              <a:t> makereport, evaluate]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56616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Same eviction, but the placeholder summarizes what was inside. More information → should be better, right?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532120"/>
            <a:ext cx="11091672" cy="6400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Reasonable expectation: the detailed Post-it should help the AI more.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Slide 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3A8A"/>
                </a:solidFill>
                <a:latin typeface="Calibri"/>
              </a:rPr>
              <a:t>Same bug. Same agent. Four runs. Only the Post-it changed.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pytest-7490 — a real bug from the pytest test framework.</a:t>
            </a:r>
          </a:p>
        </p:txBody>
      </p:sp>
      <p:pic>
        <p:nvPicPr>
          <p:cNvPr id="5" name="Picture 4" descr="fig3_placeholder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20" y="1463040"/>
            <a:ext cx="8220511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852160"/>
            <a:ext cx="11091672" cy="7772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4255C"/>
                </a:solidFill>
                <a:latin typeface="Calibri"/>
              </a:rPr>
              <a:t>The DETAILED Post-it lost both runs — agent retried the wrong fix 18 times.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Slide 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3A8A"/>
                </a:solidFill>
                <a:latin typeface="Calibri"/>
              </a:rPr>
              <a:t>Why does more information make things worse?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00" cy="4297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9E73"/>
                </a:solidFill>
                <a:latin typeface="Calibri"/>
              </a:rPr>
              <a:t>PLAIN POST-IT  →  succeeds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Agent reads placeholder.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Sees nothing actionable.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Forced to re-read the file.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Notices a detail it missed.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Follows the lead to the right region.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Fixes the bug in 4 edits.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3912" y="1371600"/>
            <a:ext cx="5486400" cy="4297680"/>
          </a:xfrm>
          <a:prstGeom prst="rect">
            <a:avLst/>
          </a:prstGeom>
          <a:solidFill>
            <a:srgbClr val="FFFFFF"/>
          </a:solidFill>
          <a:ln w="254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36792" y="1508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9F00"/>
                </a:solidFill>
                <a:latin typeface="Calibri"/>
              </a:rPr>
              <a:t>DETAILED POST-IT  → 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057400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Agent reads function names.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Picks one and starts editing.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Test fails. Tries again. Fails.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Never re-reads the actual file —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the placeholder seemed enough.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18 edits on the wrong function.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852160"/>
            <a:ext cx="11091672" cy="7772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Lesson: a confident-looking summary anchors the agent on the wrong hypothesis.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Slide 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69F00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What you leave behind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matters more than what you remove.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6077C7"/>
                </a:solidFill>
                <a:latin typeface="Calibri"/>
              </a:rPr>
              <a:t>1.  More context can hurt — it removes the agent's pressure to update.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023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6077C7"/>
                </a:solidFill>
                <a:latin typeface="Calibri"/>
              </a:rPr>
              <a:t>2.  Empty hints force a fresh look. Confident summaries anchor.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663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6077C7"/>
                </a:solidFill>
                <a:latin typeface="Calibri"/>
              </a:rPr>
              <a:t>3.  Compaction tested 8 strategies — most lose to doing nothing.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E69F00"/>
                </a:solidFill>
                <a:latin typeface="Calibri"/>
              </a:rPr>
              <a:t>    But when you DO compress: less is more.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077C7"/>
                </a:solidFill>
                <a:latin typeface="Calibri"/>
              </a:rPr>
              <a:t>Thank you.   ·   github · /vladcainamisir/adaptivecache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