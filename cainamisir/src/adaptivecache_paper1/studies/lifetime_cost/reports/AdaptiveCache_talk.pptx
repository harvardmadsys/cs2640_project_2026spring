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ADAPTIVECACHE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Compacting an AI agent's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working memory: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12 ways to drop old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8ECF5"/>
                </a:solidFill>
                <a:latin typeface="Calibri"/>
              </a:rPr>
              <a:t>What we learned from running 12 strategies on real coding and customer-service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CF5"/>
                </a:solidFill>
                <a:latin typeface="Calibri"/>
              </a:rPr>
              <a:t>Vlad Cainamisir  ·  Harvard  ·  AdaptiveCache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WHAT WE 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Six months of compaction experiments, in numbers.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33172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agent trajectories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85032" y="233172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423160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337560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compaction 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9944" y="233172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423160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15K+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3" y="3337560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agent steps recorded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34856" y="233172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423160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3337560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benchmarks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20624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97679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500M+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12079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input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5032" y="420624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4297679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25+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5212079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experimental phases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9944" y="420624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4297679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$200+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5212079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Anthropic API spend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4856" y="4206240"/>
            <a:ext cx="2542032" cy="1691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4297679"/>
            <a:ext cx="254203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E69F00"/>
                </a:solidFill>
                <a:latin typeface="Calibri"/>
              </a:rPr>
              <a:t>100+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5212079"/>
            <a:ext cx="235915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GPU hours (Blackwell + SEAS + Modal)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8ECF5"/>
                </a:solidFill>
                <a:latin typeface="Calibri"/>
              </a:rPr>
              <a:t>Compute  ·  Anthropic Claude Haiku 4.5 (API)  ·  Qwen3-30B-A3B on Blackwell + SEAS cluster + Modal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ECF5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ECF5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3A8A"/>
                </a:solidFill>
                <a:latin typeface="Calibri"/>
              </a:rPr>
              <a:t>The problem: agent memory grows step by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Each tool call (read file, run test, search) adds 100s–1000s of tokens. Eventually we hit the model's limit.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Drop old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Pick which past tool outputs to evict from the running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Leave a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Replace the dropped content with a short marker the agent can still see.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1188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37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E69F0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Pay for the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68880"/>
            <a:ext cx="30632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rewrite invalidates the prefix cache → input bills uncached at 10×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255C"/>
                </a:solidFill>
                <a:latin typeface="Calibri"/>
              </a:rPr>
              <a:t>We tested 12 ways of doing steps 1 + 2. The cost of step 3 decides whether they win.</a:t>
            </a:r>
          </a:p>
        </p:txBody>
      </p:sp>
      <p:pic>
        <p:nvPicPr>
          <p:cNvPr id="22" name="Picture 21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12" y="5212080"/>
            <a:ext cx="2456726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12 strategies, grouped by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Six families. They differ on what signal they use to decide which observations to compact.</a:t>
            </a:r>
          </a:p>
        </p:txBody>
      </p:sp>
      <p:pic>
        <p:nvPicPr>
          <p:cNvPr id="5" name="Picture 4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8" y="1417320"/>
            <a:ext cx="884421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Pareto-dominates on N=10 SWE-bench Lite (Haiku 4.5)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84+ trajectories  ·  20 phases</a:t>
            </a:r>
          </a:p>
        </p:txBody>
      </p:sp>
      <p:pic>
        <p:nvPicPr>
          <p:cNvPr id="10" name="Picture 9" descr="method_01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9595"/>
            <a:ext cx="11091672" cy="37760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naive_summary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Always loses on cost — every fire writes uncached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tested on τ-bench airline + SWE-bench Lite</a:t>
            </a:r>
          </a:p>
        </p:txBody>
      </p:sp>
      <p:pic>
        <p:nvPicPr>
          <p:cNvPr id="10" name="Picture 9" descr="method_02_na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microcompact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Rarely fires — needs an outlier-large 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10 trajectories  ·  Phase B + C</a:t>
            </a:r>
          </a:p>
        </p:txBody>
      </p:sp>
      <p:pic>
        <p:nvPicPr>
          <p:cNvPr id="10" name="Picture 9" descr="method_03_micro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prefix_preserving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Stable cliff cost; loses ~30% on cost vs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28 trajectories  ·  7 phases</a:t>
            </a:r>
          </a:p>
        </p:txBody>
      </p:sp>
      <p:pic>
        <p:nvPicPr>
          <p:cNvPr id="10" name="Picture 9" descr="method_04_prefix_pre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position_aware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Proto-AdaptiveCache layout; no cost win at our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12 trajectories  ·  Phase A + C</a:t>
            </a:r>
          </a:p>
        </p:txBody>
      </p:sp>
      <p:pic>
        <p:nvPicPr>
          <p:cNvPr id="10" name="Picture 9" descr="method_05_position_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9028"/>
            <a:ext cx="11091672" cy="3697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evict_oldest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 baseline — drops irreplaceable old context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6 trajectories  ·  Phase C</a:t>
            </a:r>
          </a:p>
        </p:txBody>
      </p:sp>
      <p:pic>
        <p:nvPicPr>
          <p:cNvPr id="10" name="Picture 9" descr="method_06_evict_ol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smart_evict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on weak Qwen3 — prevents catastrophic OOC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59 trajectories  ·  14 phases</a:t>
            </a:r>
          </a:p>
        </p:txBody>
      </p:sp>
      <p:pic>
        <p:nvPicPr>
          <p:cNvPr id="10" name="Picture 9" descr="method_07_smart_ev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5540"/>
            <a:ext cx="11091672" cy="42841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score_periodic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 scorer overhead exceeds bytes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limited tests  ·  Phase C v8</a:t>
            </a:r>
          </a:p>
        </p:txBody>
      </p:sp>
      <p:pic>
        <p:nvPicPr>
          <p:cNvPr id="10" name="Picture 9" descr="method_08_score_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llm_reorganizer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Reorder + score — same overhead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30 trajectories  ·  9 phases</a:t>
            </a:r>
          </a:p>
        </p:txBody>
      </p:sp>
      <p:pic>
        <p:nvPicPr>
          <p:cNvPr id="10" name="Picture 9" descr="method_09_llm_re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pytest-7490 in 4 edits  ·  ties on retail chain (5/10)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D 2× + Phase E (10 customers)</a:t>
            </a:r>
          </a:p>
        </p:txBody>
      </p:sp>
      <p:pic>
        <p:nvPicPr>
          <p:cNvPr id="10" name="Picture 9" descr="method_10_consumption_evict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3454"/>
            <a:ext cx="11091672" cy="3728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LOSES pytest-7490 — 18 edits, 0/2 success (mechanism finding)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Phase D 2×</a:t>
            </a:r>
          </a:p>
        </p:txBody>
      </p:sp>
      <p:pic>
        <p:nvPicPr>
          <p:cNvPr id="10" name="Picture 9" descr="method_11_consumption_evict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3302"/>
            <a:ext cx="11091672" cy="40086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Ties plain on retail chain (5/10) — cleanest design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E (10 customers)</a:t>
            </a:r>
          </a:p>
        </p:txBody>
      </p:sp>
      <p:pic>
        <p:nvPicPr>
          <p:cNvPr id="10" name="Picture 9" descr="method_12_consumption_evict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Headline result — none Pareto-dominates every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N=10 SWE-bench Lite, Haiku 4.5. Compaction policies cluster on the wrong side of the frontier.</a:t>
            </a:r>
          </a:p>
        </p:txBody>
      </p:sp>
      <p:pic>
        <p:nvPicPr>
          <p:cNvPr id="5" name="Picture 4" descr="fig1_pareto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24" y="1463040"/>
            <a:ext cx="706867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64592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E69F00"/>
                </a:solidFill>
                <a:latin typeface="Calibri"/>
              </a:rPr>
              <a:t>$0.10–0.15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423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5"/>
                </a:solidFill>
                <a:latin typeface="Calibri"/>
              </a:rPr>
              <a:t>new uncached input per cliff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15468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E8ECF5"/>
                </a:solidFill>
                <a:latin typeface="Calibri"/>
              </a:rPr>
              <a:t>5+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9319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5"/>
                </a:solidFill>
                <a:latin typeface="Calibri"/>
              </a:rPr>
              <a:t>to amortize one cliff back to break-even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66344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754879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E69F00"/>
                </a:solidFill>
                <a:latin typeface="Calibri"/>
              </a:rPr>
              <a:t>2.2×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40679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5"/>
                </a:solidFill>
                <a:latin typeface="Calibri"/>
              </a:rPr>
              <a:t>cheapest compaction policy vs none ($/resolved)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5332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4255C"/>
                </a:solidFill>
                <a:latin typeface="Calibri"/>
              </a:rPr>
              <a:t>The cliff tax is the dominant cost term. Any policy that fires has to fight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What didn't work — and the one nugget that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Most of Paper 1 is failure modes. Each told us something. One slice did Pareto-improve.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What didn't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LLM-reorganizer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9514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Fired 91× across 4 SWE-bench tasks. Still hit context overflow on 3 of 4. Signal fine; cliff cost still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Tighter τ-bench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Stock τ-bench airline cache already 95% hit (max obs = 953 tok). Nothing to compact.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Action-graph rules don't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0682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consumption_evict fired 0× on τ-bench retail at chain_size=10. Per-domain tuning required.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79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Placeholder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1266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_facts variant anchors agent on wrong region → 18 edits, F2P 0/2. Less is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94360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630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Where compaction DID win</a:t>
            </a:r>
          </a:p>
        </p:txBody>
      </p:sp>
      <p:pic>
        <p:nvPicPr>
          <p:cNvPr id="17" name="Picture 16" descr="fig7_compaction_w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98872"/>
            <a:ext cx="5943600" cy="28088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557784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Phase D v1 (Haiku, N=4):  consumption_evict 3/4 @ $1.03 vs none 2/4 @ $1.20.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94360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More resolved AND cheaper. Didn't fully replicate at N=10, but the slice is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you leave behind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matters more than what you remove.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  <a:latin typeface="Calibri"/>
              </a:rPr>
              <a:t>1.  On strong agents, no compaction beats every heuristic — the cliff tax dominates.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  <a:latin typeface="Calibri"/>
              </a:rPr>
              <a:t>2.  Drop-with-hole (no rewrite) is the only family that avoids the tax.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  <a:latin typeface="Calibri"/>
              </a:rPr>
              <a:t>3.  Placeholder design dominates: minimal markers win, summaries anchor.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  <a:latin typeface="Calibri"/>
              </a:rPr>
              <a:t>4.  Compaction wins on weak agents (Qwen3) — preventing context overflow.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CF5"/>
                </a:solidFill>
                <a:latin typeface="Calibri"/>
              </a:rPr>
              <a:t>Thank you.   ·   github.com/vladcainamisir/adaptivecache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ECF5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ECF5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A SECOND TRACK — IN 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If we can't beat the cliff,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can we keep the bytes?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E8ECF5"/>
                </a:solidFill>
                <a:latin typeface="Calibri"/>
              </a:rPr>
              <a:t>Paper 2: KV-pointer recall — offload-and-restore as a cliff-free compaction substitute.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ECF5"/>
                </a:solidFill>
                <a:latin typeface="Calibri"/>
              </a:rPr>
              <a:t>Status: v0 mechanism shipped. v1 recall in flight. Real-test resolve still flat.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E69F00"/>
                </a:solidFill>
                <a:latin typeface="Calibri"/>
              </a:rPr>
              <a:t>This has been the harder of the two tracks.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ECF5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ECF5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cliff is the wall. So don't change the prefix.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Paper 1 said heuristic eviction loses to the cache cliff. Paper 2 asks: keep the bytes — only change the prompt rendering.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69F00"/>
                </a:solidFill>
                <a:latin typeface="Calibri"/>
              </a:rPr>
              <a:t>Paper 1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55C"/>
                </a:solidFill>
                <a:latin typeface="Calibri"/>
              </a:rPr>
              <a:t>Cliff tax dominates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Heuristic compaction generates ~$0.10–0.15 of new uncached input per fire. Even good policies lose to no-compaction.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69F00"/>
                </a:solidFill>
                <a:latin typeface="Calibri"/>
              </a:rPr>
              <a:t>Memento (MSR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55C"/>
                </a:solidFill>
                <a:latin typeface="Calibri"/>
              </a:rPr>
              <a:t>Mask, don't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089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KV blocks stay in memory; positions stay numbered. Cliff still happens, but the masked-out KV → faster attention per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91640"/>
            <a:ext cx="3611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61188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373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69F00"/>
                </a:solidFill>
                <a:latin typeface="Calibri"/>
              </a:rPr>
              <a:t>Our addition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55C"/>
                </a:solidFill>
                <a:latin typeface="Calibri"/>
              </a:rPr>
              <a:t>Bidirectional masking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089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Recall the right obs when the agent needs it. v1: re-prefill from obs. v2: keep all KV, recover obs from offload, flip mask. Cost ≈ 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255C"/>
                </a:solidFill>
                <a:latin typeface="Calibri"/>
              </a:rPr>
              <a:t>Mechanism is novel: nobody has shipped bidirectional KV masking on a production agent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How? Append a summary; don't rewrite the 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Positions stay coherent (top). Prefix cache: same cliff shape as Paper 1 — Memento's win is downstream of the cliff, not on it (bottom).</a:t>
            </a:r>
          </a:p>
        </p:txBody>
      </p:sp>
      <p:pic>
        <p:nvPicPr>
          <p:cNvPr id="7" name="Picture 6" descr="fig_memento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03" y="1325880"/>
            <a:ext cx="7161545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931920"/>
            <a:ext cx="54406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544068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positions don't 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5262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·  KV indices never renumber — masked positions stay numbered.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920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·  RoPE math on subsequent tokens stays consistent.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5780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·  Naïve eviction renumbers and breaks attention; Memento masks and preserves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4406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440680" cy="457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55C"/>
                </a:solidFill>
                <a:latin typeface="Calibri"/>
              </a:rPr>
              <a:t>What about the prefix cache?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·  Memento markers go IN THE MIDDLE — same cliff shape as Paper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·  Win is downstream: smaller masked context → faster O(N²) attention per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5780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·  Lost-in-middle is real: mementos drift into the U-shape low-attention zone — partly motivates content-aware recall.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Creating a memento — what the writer actually produces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Real trace from pytest-dev/pytest-7490, step 6. Haiku-as-writer in v0; an SFT'd model in the principled Paper 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70332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 The tool call + obs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703320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onsolas"/>
              </a:rPr>
              <a:t>read_file('testing/test_mark.py')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→ 20,000 chars of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337560" cy="3154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import os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import sys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from unittest import mock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import pytest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from _pytest.config import ExitCode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from _pytest.mark import (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EMPTY_PARAMETERSET_OPTION,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MarkGenerator as Mark,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)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from _pytest.nodes import Collector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class TestMark: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@pytest.mark.parametrize(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    "attr", ["mark", "param"])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def test_pytest_exists_in_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        namespace_all(self, ...):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     ...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def test_pytest_mark_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        notcallable(self, ...):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     ...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[+ ~30 more methods]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Consolas"/>
              </a:rPr>
              <a:t>    [+ ~600 more lines]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1417320"/>
            <a:ext cx="3703320" cy="457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4630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255C"/>
                </a:solidFill>
                <a:latin typeface="Calibri"/>
              </a:rPr>
              <a:t>2.  The writer summarizes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1874519"/>
            <a:ext cx="3703320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057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Haiku 4.5  (v0 placeholder)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3774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→ SFT'd model in Paper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834640"/>
            <a:ext cx="3337560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system: "Compress this tool obs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into ≤200 tokens. Preserve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function names, key signals,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what's still actionable."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user: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  tool_name: read_file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  tool_args: {path: 'testing/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              test_mark.py'}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  obs: &lt;20,000 chars&gt;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onsolas"/>
              </a:rPr>
              <a:t>assistant: &lt;791 chars&gt;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1417320"/>
            <a:ext cx="370332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14630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 The memento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874519"/>
            <a:ext cx="3703320" cy="4160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2057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791 chars — captures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3774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→ replaces the obs in the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834640"/>
            <a:ext cx="3337560" cy="3063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testing/test_mark.py: Test file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for pytest marks functionality.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Contains TestMark class with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methods testing mark namespace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(test_pytest_exists_in_namespace_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all, test_pytest_mark_notcallable,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test_mark_with_param, …).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Module-level: test_marked_class_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run_twice (parametrized class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runs); test_ini_markers (ini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config); test_markers_option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(--markers flag); test_strict_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prohibits_unregistered_markers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(--strict-markers); test_mark_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option (-m); test_keyword_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option (-k); test_keyword_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option_considers_mark.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447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Compaction event:  20,000 chars  →  791 chars  (96% reduction). The original obs is wrapped with summary markers; the engine masks the obs's KV.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Retrieving a memento — what recall picks,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Real trace from step 15 of the embedding-recall run. MiniLM scores the agent's recent reasoning against each memento; highest above threshold wins.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41148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Query — agent's recent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411480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Last assistant turn (truncated):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749039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>“Let me check the test for</a:t>
            </a:r>
          </a:p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>dynamically adding markers in the</a:t>
            </a:r>
          </a:p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>test_mark.py file.”</a:t>
            </a:r>
          </a:p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>+ tool_call: read_file(</a:t>
            </a:r>
          </a:p>
          <a:p>
            <a:pPr algn="l"/>
            <a:r>
              <a:rPr sz="1100" b="0" i="1">
                <a:solidFill>
                  <a:srgbClr val="1F2937"/>
                </a:solidFill>
                <a:latin typeface="Consolas"/>
              </a:rPr>
              <a:t>      path='testing/test_mark.py')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embedded by MiniLM (384-dim)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Headroom check passes: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  prompt ≈ 11K, low-water = 14.4K.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  Recall is allowed to fire.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417320"/>
            <a:ext cx="6702552" cy="457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63040"/>
            <a:ext cx="63367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255C"/>
                </a:solidFill>
                <a:latin typeface="Calibri"/>
              </a:rPr>
              <a:t>Candidates — 5 mementos, scored by cosine-sim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874519"/>
            <a:ext cx="6702552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9E73"/>
                </a:solidFill>
                <a:latin typeface="Consolas"/>
              </a:rPr>
              <a:t>0.71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011680"/>
            <a:ext cx="5696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Calibri"/>
              </a:rPr>
              <a:t>msg[11] — test_mark.py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304288"/>
            <a:ext cx="56967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1F2937"/>
                </a:solidFill>
                <a:latin typeface="Calibri"/>
              </a:rPr>
              <a:t>Test file for pytest marks functionality. TestMark class with test_pytest_exists_in_namespace_all, test_mark_with_param,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8712" y="20116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09E73"/>
                </a:solidFill>
                <a:latin typeface="Calibri"/>
              </a:rPr>
              <a:t>PICKED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5292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onsolas"/>
              </a:rPr>
              <a:t>0.42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852928"/>
            <a:ext cx="5696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msg[23] — _pytest/python.py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145536"/>
            <a:ext cx="56967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1F2937"/>
                </a:solidFill>
                <a:latin typeface="Calibri"/>
              </a:rPr>
              <a:t>pytest test discovery &amp; execution module; pytest_addoption registers marks, pytest_generate_tests parametrize,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6941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onsolas"/>
              </a:rPr>
              <a:t>0.31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694176"/>
            <a:ext cx="5696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msg[9]  — testing/ dir listing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986784"/>
            <a:ext cx="56967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1F2937"/>
                </a:solidFill>
                <a:latin typeface="Calibri"/>
              </a:rPr>
              <a:t>path:testing/ contains: acceptance_test.py; conftest.py; subdirs: code/, examples/; test_argcomplete.py, test_assertion.py,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53542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onsolas"/>
              </a:rPr>
              <a:t>0.18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535424"/>
            <a:ext cx="5696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msg[7]  — root dir listing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828032"/>
            <a:ext cx="56967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1F2937"/>
                </a:solidFill>
                <a:latin typeface="Calibri"/>
              </a:rPr>
              <a:t>Root directory: .coveragerc, .gitattributes, .github/, AUTHORS, CHANGELOG.rst, CITATION,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37667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onsolas"/>
              </a:rPr>
              <a:t>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5376672"/>
            <a:ext cx="5696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msg[25] — _pytest/nodes.py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669280"/>
            <a:ext cx="56967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1F2937"/>
                </a:solidFill>
                <a:latin typeface="Calibri"/>
              </a:rPr>
              <a:t>Node base class for test collection tree; NodeMeta metaclass warns on direct instantiation; collect/iterations…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144768"/>
            <a:ext cx="11091672" cy="292608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447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v1 effect:  prompt re-renders with full obs → re-prefills from the obs onward. v2 target: keep all KV, recover obs from offload, flip mask. Generation continues (next slide).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v0 — memento bounds the prompt while baseline grows linearly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vLLM 0.13.0 + Memento overlay + lazy policy. Real pytest-7490 agent loop. Both runs clean — no crashes.</a:t>
            </a:r>
          </a:p>
        </p:txBody>
      </p:sp>
      <p:pic>
        <p:nvPicPr>
          <p:cNvPr id="7" name="Picture 6" descr="fig_memento_v0_per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0679"/>
            <a:ext cx="7863840" cy="40767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64592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E69F00"/>
                </a:solidFill>
                <a:latin typeface="Calibri"/>
              </a:rPr>
              <a:t>-31%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23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chat wall (13.3s vs 19.3s)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315468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2461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E69F00"/>
                </a:solidFill>
                <a:latin typeface="Calibri"/>
              </a:rPr>
              <a:t>-66%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9319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final prompt (8K vs 23K)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663440"/>
            <a:ext cx="2926080" cy="1325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754879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E69F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440679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CF5"/>
                </a:solidFill>
                <a:latin typeface="Calibri"/>
              </a:rPr>
              <a:t>compactions fired (lazy policy)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v1 — three recall triggers, head-to-head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N=3 seeds · T=0.6 · pytest-dev/pytest-7490 · LRU and embedding both fire correctly. Wall time drops ~40% under either.</a:t>
            </a:r>
          </a:p>
        </p:txBody>
      </p:sp>
      <p:pic>
        <p:nvPicPr>
          <p:cNvPr id="7" name="Picture 6" descr="fig_memento_multi_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70" y="1417320"/>
            <a:ext cx="1034841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What's working: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·   Plumbing fires correctly: LRU 2.0 recalls/run; embedding model loads + scores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·   Wall-time and read-count benefit replicates across seeds (~40% faster than no-recall).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·   The T=0 single-seed “embedding wins” was noise — multi-seed flips it: LRU narrowly best on this task.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59975" y="365760"/>
            <a:ext cx="178308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59975" y="36576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255C"/>
                </a:solidFill>
                <a:latin typeface="Calibri"/>
              </a:rPr>
              <a:t>PAPER 2  ·  EXPLORATORY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v1 vs v2 — keep the KV, flip the mask, keep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v1 today: re-prefill from the obs.  v2 target: obs KV from offload, suffix KV stays as historical truth, mask flipped — generation just continues.</a:t>
            </a:r>
          </a:p>
        </p:txBody>
      </p:sp>
      <p:pic>
        <p:nvPicPr>
          <p:cNvPr id="7" name="Picture 6" descr="fig_memento_v1_v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13" y="1417320"/>
            <a:ext cx="8521925" cy="4297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760720"/>
            <a:ext cx="54406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320040" cy="6858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v1 (today):  re-prefill from the obs onward.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108192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Cost = obs_len + suffix_len.  Bounded prompt size still wins — wall ↓ ~40% over no-recall.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760720"/>
            <a:ext cx="54406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5760720"/>
            <a:ext cx="320040" cy="6858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8064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v2 (target):  keep KV; obs from offload; flip the mask.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6108192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Cost ≈ 0.  Suffix KV is the historical truth — agent really did proceed memento-only. New generation sees both.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WHAT'S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mechanism works. The agent doesn't.</a:t>
            </a:r>
          </a:p>
        </p:txBody>
      </p:sp>
      <p:pic>
        <p:nvPicPr>
          <p:cNvPr id="6" name="Picture 5" descr="fig_memento_oracl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410"/>
            <a:ext cx="6400800" cy="33650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920240"/>
            <a:ext cx="4434840" cy="4023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The honest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9748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9E73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697480"/>
            <a:ext cx="342899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v0 + v1 plumbing — shipped,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9E73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246120"/>
            <a:ext cx="342899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Wall time + read count — real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9476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E69F00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94760"/>
            <a:ext cx="342899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Real-test FAIL_TO_PASS — no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52628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8ECF5"/>
                </a:solidFill>
                <a:latin typeface="Calibri"/>
              </a:rPr>
              <a:t>Qwen3-30B at single seed × 20 steps cannot fix pytest-7490 regardless of context strategy.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E8ECF5"/>
                </a:solidFill>
                <a:latin typeface="Calibri"/>
              </a:rPr>
              <a:t>Next  ·  Haiku-as-agent re-test (Paper 1's strong-agent setup)  ·  attention-driven recall (RQ2 #3)  ·  multi-task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ECF5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ECF5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